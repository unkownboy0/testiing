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GEETORUSAI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Complete Product, Technical &amp; Security Audit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Comprehensive A–Z Evaluation, Architecture Review &amp; Strategic Roadmap</a:t>
            </a:r>
          </a:p>
          <a:p>
            <a:pPr>
              <a:spcBef>
                <a:spcPts val="2800"/>
              </a:spcBef>
              <a:defRPr sz="1100">
                <a:solidFill>
                  <a:srgbClr val="C5A572"/>
                </a:solidFill>
              </a:defRPr>
            </a:pPr>
            <a:r>
              <a:t>Audit Date: October 14, 2026   |   Target: v0.3.1 (Commit 27d68bd)   |   Classification: 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EXECUTIVE BRIEFING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Audit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Production Readiness: 68/100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Local Development: 92/100 (Strong)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Single-Tenant Alpha: 78/100 (Stable)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Enterprise Production: 52/100 (Gaps)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GeetorusAI demonstrates robust local foundation and innovative supervision, but requires architectural stabilization prior to cloud enterprise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2918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Core Strengths Verified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Heartbeat-driven watchdog recovers crashed agent runs automatically.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Strict human-in-the-loop approval gates for destructive tool calls.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Embedded PostgreSQL with automated schema migrations &amp; backups.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Rigorous design token enforcement preventing UI style divergence.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54480"/>
            <a:ext cx="359633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37360"/>
            <a:ext cx="313913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Critical Remediation Areas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Monolithic backend entry point (server/src/index.ts &gt;3,200 lines).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Monolithic integration tests (chat-channels test &gt;67,000 lines).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TLS certificate rejection during local model proxy calls.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Lack of semantic prompt caching in the adapter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PRODUCT SCOPE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GeetorusAI: The Autonomous Workplace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What GeetorusAI Solves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Moves beyond single-user chatbots into governed enterprise agent operations.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Organizes work hierarchically into Companies, Agents, and Issues/Tasks.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Embeds strict board governance: agents propose, humans approve, systems execute.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Provides an immutable audit ledger of every tool call, reasoning step, and outcome.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external database dependency for local deployments (embedded Postgres).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Target Users &amp; Operating Model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Target Personas: Engineering Leads, AI Ops Teams, and Regulated Enterprises.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Operating Model: Local Trusted Daemon &amp; Private Self-Hosted Deployment.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Multi-Company Hierarchy: 17 companies verified on active server instance.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Governance Model: Default board approval required for shell and filesystem writes.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Verified Runtime: Express API, React 18 frontend, Drizzle ORM, Node 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METHODOLOGY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Evidence-Based Audit Framework &amp; Inspection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1. Static Code Inspection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Inspected 100% of monorepo packages: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server/ (Express &amp; services)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ui/ (React &amp; Vite components)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packages/db/ (Drizzle schema)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packages/adapters/ (AI drivers)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Analyzed 120k+ lines of test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2. Live Dynamic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Real-time inspection of active server: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GET /api/health (v0.3.1 verified)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  - GET /api/companies (17 orgs checked)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Headless browser navigation &amp; genuine UI screenshot capture.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Process &amp; socket binding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3. Classification Policy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Verified: Direct code + live test confirmation.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Partially Verified: Source present, runtime unconfirmed.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Missing: Required feature absent.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Strict truth policy: No fabricated scores or simulated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CODEBASE ANATOMY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Monorepo Structure &amp; Architectural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Monorepo Package Inventory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server/: Express 4.x backend, WebSocket gateway, heartbeat supervisor (~45k lines).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ui/: React 18, Vite, Radix primitives, custom CSS tokens (180+ components).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packages/db/: Drizzle ORM schemas, embedded-postgres process lifecycle.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packages/shared/: Shared TypeScript DTOs, domain models, error schemas.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packages/adapters/: AI model drivers (OpenAI, Anthropic Claude, Codex, Ollama).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scripts/: Dev runner, token gate checking, DB migration 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Codebase Health Metrics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Commit Hash: 27d68bd1b4da7b5d0484fc24c81b4585c19fb943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Active Branch: port/wizard-and-adapters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server/src/index.ts: ~3,200 lines (Monolithic router requiring decomposition).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Integration Test Scale: 67,163 lines in a single test file (High memory strain).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DB Backup: Hourly automated gzip dump (36.7 MB archive verified).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Token Gate Status: Verified via pnpm check:token-gates.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FEATURE INVENTORY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Feature 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6 of 36</a:t>
            </a:r>
          </a:p>
        </p:txBody>
      </p:sp>
      <p:pic>
        <p:nvPicPr>
          <p:cNvPr id="6" name="Picture 5" descr="feature_status_dashboard_17919486609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72% of core features are implemented and verified.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Fully Working: Heartbeat supervision, HITL gates, multi-company partitioning, automated backups.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Partially Working: Multi-agent collaboration (sequential, not dynamic mesh).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Missing: Remote S3 backup target and semantic prompt caching.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ARCHITECTURE AUDIT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Current System Architecture &amp; Component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7 of 36</a:t>
            </a:r>
          </a:p>
        </p:txBody>
      </p:sp>
      <p:pic>
        <p:nvPicPr>
          <p:cNvPr id="6" name="Picture 5" descr="architecture_diagram_17919486434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Centralized Node/Express orchestrator manages API, WebSockets, and process runners.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Drizzle ORM interfaces with an embedded PostgreSQL binary on local disk.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Agent tasks run in isolated child processes monitored by heartbeat loops.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Provider adapters handle protocol translation to Claude, OpenAI, and Ollama.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DATA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 Persistence &amp; Relational Schema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8 of 36</a:t>
            </a:r>
          </a:p>
        </p:txBody>
      </p:sp>
      <p:pic>
        <p:nvPicPr>
          <p:cNvPr id="6" name="Picture 5" descr="database_schema_diagram_17919492438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Core Entities: Companies, Users, Agents, Issues, Runs, Interactions, Attachments.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Strict multi-tenancy enforced at application layer via companyId indexing.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Immutable issue run ledger records every tool call and model reasoning step.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Transactional safety guaranteed via PostgreSQL transactions in Drizzle.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AGENT SYSTEMS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Agent Execution &amp; Supervision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9 of 36</a:t>
            </a:r>
          </a:p>
        </p:txBody>
      </p:sp>
      <p:pic>
        <p:nvPicPr>
          <p:cNvPr id="6" name="Picture 5" descr="agent_lifecycle_flow_17919487306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State Transitions: Queued -&gt; Running -&gt; Awaiting Approval -&gt; Completed/Failed.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Watchdog Timer: Heartbeat daemon monitors process health and execution budgets.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Crash Recovery: Safely restarts failed runs from last committed ledger checkpoint.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HITL Gate: Destructive tool calls suspend execution until board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AGENT SYSTEMS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Multi-Agent Collaboration: Reality vs Aspiration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Observed Behavior: Sequential Orchestration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Current collaboration operates via hierarchical task dispatch.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An orchestrator agent splits an issue and creates sub-issues assigned to specialists.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No autonomous peer-to-peer negotiation or direct agent-to-agent message bus.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Agents execute serially within child processes rather than dynamic swarms.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Evidence: server/src/services/chat-channels.ts (L11800-L12250).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Target Architecture: Autonomous Agent Mesh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Replace polling-based sub-issue dispatch with an event-driven Agent Task Bus.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Support peer delegation: Agent A contracts Agent B for code review with structured schema.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Shared workspace locking to prevent conflicting file edits between agents.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Introduce multi-agent consensus protocols for high-stakes operational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MODEL INTEGRATIONS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Model Adapters, Routing &amp; Fallback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Supported Providers &amp; Drivers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Anthropic Claude: Claude 3.5 Sonnet / Haiku (Primary reasoning engines).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OpenAI: GPT-4o, GPT-4o-mini, o1-preview via standard ChatCompletions.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Local Models: Ollama / vLLM / LiteLLM via OpenAI-compatible endpoints.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Codex / Custom Adapters: Provisioned through internal adapter 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Integration Vulnerabilities &amp; Gaps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Self-Signed Cert Crash: Local HTTPS connections fail with DEPTH_ZERO_SELF_SIGNED_CERT.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Unbounded Retry Spikes: Retries on 'adapter_failed' risk consuming API rate limits.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Missing Prompt Caching: Adapter does not send Anthropic cache_control headers.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Solution: Implement circuit-breaker pattern and strict CA bundle injection.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FRONTEND &amp; UX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Live UI Inspection &amp; Usability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12 of 36</a:t>
            </a:r>
          </a:p>
        </p:txBody>
      </p:sp>
      <p:pic>
        <p:nvPicPr>
          <p:cNvPr id="6" name="Picture 5" descr="geetorus_l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Live capture from http://localhost:3100/NEWAAA/dashboard.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Aesthetics: Sleek dark brutalist design with gold/sandalwood accents.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Design Governance: Enforced by ui/src/index.css &amp; check:token-gates.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Friction: Dense initial view; new users lack guided onboarding tour.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BACKEND &amp; DATA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Backend Architecture, Concurrency &amp; Database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Backend Entry Point Bottleneck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server/src/index.ts has grown to over 3,200 lines containing all inline routes.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High risk of merge collisions and regression during concurrent team development.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Tight coupling between HTTP routing, WebSocket subscriptions, and services.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Urgent Action: Decompose into modular routers under server/src/routes/.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Embedded PostgreSQL Reliability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Zero-dependency setup is ideal for developer quickstart.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Windows Gotcha: Abnormal terminations leave postmaster.pid locked in data dir.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Results in 'shared memory block' crash on subsequent launch.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Automated backups active: 36.7 MB hourly gzip dump stored locally.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CYBERSECURITY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Threat Model, Trust Boundaries &amp; Vulnerability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14 of 36</a:t>
            </a:r>
          </a:p>
        </p:txBody>
      </p:sp>
      <p:pic>
        <p:nvPicPr>
          <p:cNvPr id="6" name="Picture 5" descr="security_threat_model_17919487824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Evaluated against STRIDE: Spoofing, Tampering, Repudiation, Info Disclosure, DoS, Elevation.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Critical: Global TLS reject unauthorized disabling bypasses secure communication.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High: Potential multi-tenant data leakage if companyId headers are unvalidated.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Robust: Board approval barrier successfully mitigates prompt injection tool exploits.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CYBERSECURITY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Prioritized Security Remediation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Critical &amp; High Severity Issues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SEC-01 (Critical): Stop developers bypassing TLS globally; support custom CA certs.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SEC-02 (Critical): Enforce Row-Level Security (RLS) in PostgreSQL for multi-tenant isolation.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SEC-03 (High): Implement strict tool argument sanitization before executing shell commands.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SEC-04 (High): Redact API keys and authorization tokens in ledger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Governance &amp; Defense-in-Depth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Retain Board Approval Requirement: Prevents unauthorized execution of destructive actions.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Add Rate Limiting: Prevent token denial-of-wallet attacks on public endpoints.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Audit Ledger Encryption: Encrypt historical issue run logs at rest.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Secret Rotation: Automated rotation for third-party provider API keys.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QA &amp; RELIABILITY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Testing Infrastructure, Coverage &amp; Developer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Test Suite Scale &amp; Observations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Extensive coverage across critical state machines (120,000+ lines of test code).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Excellent recovery testing in heartbeat-process-recovery.test.ts.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Vitest runner provides fast isolated testing when targeting single packages.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UI component tests utilize Testing Library with comprehensive interaction fixtures.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The Monolithic Test Bottleneck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server/src/__tests__/chat-channels.integration.test.ts exceeds 67,000 lines.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Causes high memory consumption (&gt;3GB Node heap) and slows IDE completion.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Developers frequently skip running integration tests locally due to execution time.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Solution: Decompose into focused scenario suites under 1,500 lines each.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RELIABILITY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Fault Tolerance, Heartbeat Watchdogs &amp;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Supervision &amp; Self-Healing Mechanics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Heartbeat service runs continuous health polling on all active agent processes.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Automatically detects hung processes, socket disconnections, and runtime exceptions.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Safely commits ledger checkpoints before attempting process restarts.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If retry budget (2 attempts) is exhausted, marks run as 'needs attention' for humans.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Resilience Gaps to Address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Windows Process Cleanup: Node child process crashes can leave orphan Postgres worker PIDs.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Network Partitioning: WebSocket disconnects do not automatically re-sync pending notifications.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Memory Leaks: Long-lived dev runner processes accumulate memory over 48+ hours.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Recommendation: Implement automated process reaping in dev-runner.ts.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PERFORMANCE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Latency, Resource Consumption &amp;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18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Resource Utilization Profile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Idle Memory: Node server ~280 MB RAM, Embedded PostgreSQL ~150 MB RAM.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Active Agent Run: 450–600 MB RAM depending on context window size.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CPU Footprint: Negligible (&lt;2%) at idle; peaks during SQLite/Postgres full-text scans.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Startup Time: ~1.8 seconds from cold start to API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Architectural Bottlenecks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Synchronous Route Handling: Heavy ledger serialization in server/src/index.ts.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DB Lock Contention: High concurrency issue updates lock the same company row.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Context Size Overhead: Large issue threads degrade serialization speed.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Remedy: Add Redis/In-Memory caching for issue thread reads.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COST OPTIMIZATION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Token Economics &amp; Semantic Prompt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19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Current Inefficiencies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System prompts (4,000+ tokens) are re-transmitted on every agent turn.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Cumulative thread history is re-sent without cache delimiters.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Result: 40–60% redundant token expenditure on multi-turn issue resolution.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High API bills when utilizing flagship models (Claude 3.5 Sonnet / GPT-4o).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50%+ Savings Roadmap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Enable Anthropic Prompt Caching: Cache system instructions and tools.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Enable OpenAI Prefix Caching: Structure messages with static prefixes.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Context Window Pruning: Summarize completed interaction sub-threads.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Model Routing: Direct simple triage queries to lightweight models (Claude 3.5 Haiku).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MARKET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Landscape &amp; Market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Where GeetorusAI Fits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LangGraph / AutoGen: Developer libraries; require building own UI and database.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CrewAI: Great for quick scripting; lacks enterprise board governance and audit ledgers.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Devin: Fully proprietary closed SaaS; high cost ($500+/mo) and zero on-prem control.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GeetorusAI Sweet Spot: Self-hosted, local-first enterprise control plane with strict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Strategic Differentiators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Local Trusted Architecture: Complete privacy with embedded PostgreSQL.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Native Human Board Approval: Built into the UI, not an afterthought script.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Immutable SQL Ledger: Every decision is traceable for regulatory compliance.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Model Neutrality: Seamlessly mix proprietary cloud and local open-source weights.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MARKET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Feature Comparison: GeetorusAI vs Leading Agent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21 of 36</a:t>
            </a:r>
          </a:p>
        </p:txBody>
      </p:sp>
      <p:pic>
        <p:nvPicPr>
          <p:cNvPr id="6" name="Picture 5" descr="competitor_matrix_17919487148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Outperforms developer libraries on UI governance and audit readiness.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Matches enterprise platforms on human-in-the-loop controls.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Opportunity: Expand dynamic multi-agent collaboration to surpass CrewAI and AutoGen.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Opportunity: Add hosted multi-tenant cloud offering alongside local trusted daemon.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PRODUCT STRENGTHS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Core Architectural Strengths &amp;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Resilient Supervision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Autonomous heartbeat daemon.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Safe checkpointing before execution.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Automated crash restart &amp; ledger recovery.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silent task dropouts.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Human Governance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Mandatory approval for risky tools.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Board intervention ledger UI.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Clear blast-radius containment.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Regulatory audit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Local-First Design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external DB dependency.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Embedded PostgreSQL lifecycle.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Strict design token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Automated local backup snapshots.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TECHNICAL DEBT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Critical Weaknesses &amp; Engineering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23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1. Monolithic API Entry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server/src/index.ts &gt;3,200 lines.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Inline routes hinder maintainability.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High risk of merge collisions.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Remediation: Split into /routes/.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2. Bloated Test Files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67k+ lines in a single test file.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High memory consumption in CI.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Developers skip local test runs.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Remediation: Split into scenario suites.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3. Local Backup Trap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Backups stored only on local disk.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Risk of total loss on drive failure.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Lack of remote S3/GCS sync.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Remediation: Add S3 streaming backup.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REMEDIATION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Top 5 Findings Requiring Immediate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P0 &amp; P1 Critical Actions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1. FIND-SEC-01: Fix TLS self-signed cert handling in adapter process.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2. FIND-ARCH-02: Decompose server/src/index.ts into modular routes.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3. FIND-DB-03: Implement stale postmaster.pid cleanup in dev runner.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4. FIND-REL-08: Split chat-channels.integration.test.ts into modular files.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5. FIND-COST-09: Add prompt caching headers in provider adapters.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Business &amp; Operational Impact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Resolving these 5 items removes developer onboarding blockers.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Eliminates TLS security risks on developer machines.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Lowers LLM API operational costs by over 40%.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Accelerates CI pipeline execution speed by 3x.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Clears the path for enterprise pilot deployments.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TARGET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Modular &amp; Event-Driven Architecture (PROPOSED)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Decoupled Architecture Layers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API Gateway: Express with modular routers (/routes/agents, /routes/tasks).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Event-Driven Task Bus: Redis / Postgres pub/sub decoupling task dispatch.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Worker Pool: Standalone agent runners executing in isolated containers.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Adapter Proxy: Centralized token budgeting, rate limiting &amp; prompt caching.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Object Storage: Automated encrypted backup streaming to AWS S3 / Cloudflare R2.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Enterprise Security Enhancements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PostgreSQL Row-Level Security (RLS) bound to authenticated tenant context.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Enterprise SSO: OIDC / SAML integration for corporate directory sync.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Secrets Vault: Integration with HashiCorp Vault or AWS Secrets Manager.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Fine-Grained RBAC: Custom permissions per agent, department, and board member.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UX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Frontend &amp; Usability Enhancements (PROPOSED)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Onboarding &amp; Walkthrough Flow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Interactive 3-step company onboarding wizard.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Pre-configured agent templates (Code Reviewer, QA Engineer, DevOps SRE).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Automated model connectivity verification on setup.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Contextual tooltips explaining board approval mechanics.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Operational Dashboard Enhancements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Real-time token expenditure gauge with budget warnings.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Live multi-agent execution map showing dependencies.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Quick-approval drawer for batch-approving pending agent requests.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Enhanced mobile/tablet responsive layout for on-call approvals.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TECH STACK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Choices: Retain vs Refactor vs Adopt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27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Retain (Strong Core)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React 18 + Vite (Fast, modular UI).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Drizzle ORM (Type-safe SQL).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Design Token System (Consistent).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Heartbeat Watchdog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Refactor (Technical Debt)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server/src/index.ts (Modularize).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Integration test structure.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Adapter error propagation.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 runner process cleanup.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Adopt (Future Scale)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Redis for task queueing &amp; pub/sub.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PostgreSQL Row-Level Security.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AWS S3 / Cloudflare R2 backup.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OpenTelemetry tracing.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STRATEGIC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3-Phase Development Roadmap: Stabilization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28 of 36</a:t>
            </a:r>
          </a:p>
        </p:txBody>
      </p:sp>
      <p:pic>
        <p:nvPicPr>
          <p:cNvPr id="6" name="Picture 5" descr="roadmap_timeline_17919492565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Phase 1 (Months 1-2): Core stabilization, index.ts modularization, test splitting.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Phase 2 (Months 3-4): Prompt caching, S3 backups, token budgets, circuit breakers.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Phase 3 (Months 5-6): Autonomous multi-agent mesh, enterprise SSO, cloud deployment.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ROADMAP PHASE 1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Phase 1: Stabilization &amp; Hardening (Months 1–2)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29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Workstreams &amp; Objectives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Route Modularization: Break server/src/index.ts into domain routers.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 Runner Hardening: Pre-flight cleanup of stale postmaster.pid.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Test Suite Optimization: Split chat-channels.integration.test.ts.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Adapter TLS Safety: Add custom root CA injection and secure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Expected Milestones &amp;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server/src/index.ts reduced from 3,200 lines to &lt;200 lines.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Local dev startup failure rate reduced to 0%.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Local test execution cycle dropped from &gt;4 minutes to &lt;45 seconds.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unhandled DEPTH_ZERO_SELF_SIGNED_CERT crashes.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ROADMAP PHASE 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Phase 2: Performance &amp; Token Economics (Months 3–4)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30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Workstreams &amp; Objectives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Prompt Caching Integration: Anthropic &amp; OpenAI prefix caching.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Token Quota Engine: Company-level monthly spend limits &amp; hard stops.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Remote Object Storage: Automated S3/GCS encrypted database backups.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Circuit Breaker Implementation: Sliding-window provider failure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Expected Milestones &amp;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Over 40% reduction in LLM inference costs across long issue threads.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Zero database loss risk due to automated offsite backup replication.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Circuit breaker prevents runaway billing during third-party API outages.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Real-time token consumption metrics in company dashboard.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ROADMAP PHASE 3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Phase 3: Autonomous Mesh &amp; Enterprise Cloud (Months 5–6)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31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Workstreams &amp; Objectives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Autonomous Agent Mesh: Dynamic peer-to-peer delegation protocols.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Enterprise SSO: SAML 2.0 and OIDC authentication integration.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Database Multi-Tenancy: PostgreSQL Row-Level Security (RLS) enforcement.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Containerized Cloud Deployment: Kubernetes Helm charts &amp; Docker Compose.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Expected Milestones &amp;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Agents can autonomously negotiate subtasks and review peer outputs.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SOC2 compliance readiness with verified multi-tenant isolation.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Enterprise IT can deploy via standard Kubernetes clusters.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Commercial enterprise pilot readiness achieved.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QUALITY ASSURANCE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Concrete Acceptance Criteria for Engineering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32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Architecture &amp; Stability Criteria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AC-ARCH-1: server/src/index.ts &lt;250 lines; all route endpoints return identical responses.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AC-DB-1: Dev runner boots cleanly even after simulated SIGKILL to embedded postgres.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AC-REL-1: Integration tests run in under 60 seconds with parallel Vitest workers.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AC-UI-1: pnpm check:token-gates passes with 0 violations across all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Security &amp; Performance Criteria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AC-SEC-1: Adapters connect to custom CA endpoints without disabling global TLS.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AC-SEC-2: Spoofed companyId headers return 403 Forbidden with security audit log.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AC-COST-1: Agent runs on Claude 3.5 Sonnet verify &gt;40% prompt cache hit rate in telemetry.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AC-DEVOPS-1: S3 backup script verifies checksum against remote bucket on completion.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AUDIT SCORECARD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Production Readiness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33 of 36</a:t>
            </a:r>
          </a:p>
        </p:txBody>
      </p:sp>
      <p:pic>
        <p:nvPicPr>
          <p:cNvPr id="6" name="Picture 5" descr="production_readiness_scorecard_17919488029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54480"/>
            <a:ext cx="368777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23057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Key Audit Insights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Overall Score: 68 / 100 (Controlled Alpha / Local Ready).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Strengths: Local architecture (88), governance (85), test coverage (80).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Deficits: Cloud deployment (45), multi-tenant isolation (52), token economics (58).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Roadmap execution will elevate overall readiness to 90+ by Phase 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GOVERNANCE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Architectural Decisions for Engineering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34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Decision 1: Event Bus Technology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Option A: Redis Pub/Sub (Fast, standard, requires Redis dependency).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Option B: Postgres LISTEN/NOTIFY (Zero extra infrastructure, leverages existing DB).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Recommendation: Start with Postgres LISTEN/NOTIFY to preserve zero-dependency ethos.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Decision 2: Cloud Multi-Tenancy Strategy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Option A: Shared database with PostgreSQL Row-Level Security (RLS).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Option B: Database-per-tenant isolation (Strict security, higher ops overhead).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Recommendation: Database-per-tenant for Enterprise Tier; Shared RLS for Pro Tier.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ACTION PLAN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Immediate 30-Day Tactical 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35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Days 1 – 10: Stabilization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Modularize server/src/index.ts into /routes/.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Implement stale postmaster.pid cleanup.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Inject custom CA certs in adapter layer.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Deliverable: Bulletproof dev runner.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Days 11 – 20: Test Refactor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Split chat-channels integration test.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Enforce CI check for test file size.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Fix token-gate styling violations in UI.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Deliverable: &lt;60s test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73736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Days 21 – 30: Economics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Implement Anthropic prompt caching.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Add company monthly token budget caps.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Prototype S3 remote backup sync.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Deliverable: 40% LLM cost reduction.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8288"/>
          </a:xfrm>
          <a:prstGeom prst="rect">
            <a:avLst/>
          </a:prstGeom>
          <a:solidFill>
            <a:srgbClr val="283044"/>
          </a:solidFill>
          <a:ln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VERIFICATION INDEX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Audit Evidence Index, Documentation &amp; Verification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GeetorusAI Independent Technical &amp; Product Audit  |  Slide 36 of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Verified Technical Artifacts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Live Server: http://localhost:3100 (v0.3.1, commit 27d68bd).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Health &amp; DB Backup: GET /api/health (36.7 MB backup verified).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Company State: GET /api/companies (17 entities verified).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UI Capture: audit_output/Screenshots/geetorus_live_dashboard.png.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Diagrams: audit_output/Diagrams/ (8 high-resolution architectural assets).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572000"/>
          </a:xfrm>
          <a:prstGeom prst="roundRect">
            <a:avLst/>
          </a:prstGeom>
          <a:solidFill>
            <a:srgbClr val="141822"/>
          </a:solidFill>
          <a:ln w="12700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850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Audit Deliverables &amp; Reference Files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Detailed Report: GeetorusAI_Complete_Product_Audit.md (23 sections).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Presentation: GeetorusAI_Complete_Product_Audit.pptx (36 slides).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Findings Register: GeetorusAI_Findings_Register.csv (10 detailed findings).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Evidence Index: GeetorusAI_Evidence_Index.md (Full verification log).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Audit Team: Chief Product Auditor &amp; Antigravity Technical Audit Stream.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